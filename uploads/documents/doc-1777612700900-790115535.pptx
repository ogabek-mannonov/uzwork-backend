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E1FF"/>
    <a:srgbClr val="E6F0FE"/>
    <a:srgbClr val="86B5FA"/>
    <a:srgbClr val="ABD1FF"/>
    <a:srgbClr val="D1EDFB"/>
    <a:srgbClr val="65ABFF"/>
    <a:srgbClr val="3693FF"/>
    <a:srgbClr val="434A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192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0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395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82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685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191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45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533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315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29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080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4000">
              <a:srgbClr val="ABD1FF"/>
            </a:gs>
            <a:gs pos="45000">
              <a:srgbClr val="C9E1FF"/>
            </a:gs>
            <a:gs pos="68000">
              <a:srgbClr val="E6F0FE"/>
            </a:gs>
            <a:gs pos="22000">
              <a:srgbClr val="D1EDFB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36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7" descr="Изображение выглядит как человек, одежда, в помещении, ноутбу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2084462-CF65-1869-B9FD-13429381DA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Рисунок 5" descr="Изображение выглядит как Графика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3EF0DEA-F2C3-6D99-6ABC-4A79970DD5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5" b="2"/>
          <a:stretch>
            <a:fillRect/>
          </a:stretch>
        </p:blipFill>
        <p:spPr>
          <a:xfrm>
            <a:off x="1212105" y="2401641"/>
            <a:ext cx="742941" cy="7446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72B8C1-26DD-71D9-FC46-D731895A8A3B}"/>
              </a:ext>
            </a:extLst>
          </p:cNvPr>
          <p:cNvSpPr txBox="1"/>
          <p:nvPr/>
        </p:nvSpPr>
        <p:spPr>
          <a:xfrm>
            <a:off x="1955046" y="2389260"/>
            <a:ext cx="2402823" cy="76944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369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sz="4400" b="1" dirty="0">
                <a:gradFill flip="none" rotWithShape="1">
                  <a:gsLst>
                    <a:gs pos="0">
                      <a:srgbClr val="3693FF">
                        <a:shade val="30000"/>
                        <a:satMod val="115000"/>
                      </a:srgbClr>
                    </a:gs>
                    <a:gs pos="50000">
                      <a:srgbClr val="3693FF">
                        <a:shade val="67500"/>
                        <a:satMod val="115000"/>
                      </a:srgbClr>
                    </a:gs>
                    <a:gs pos="100000">
                      <a:srgbClr val="3693FF">
                        <a:shade val="100000"/>
                        <a:satMod val="115000"/>
                      </a:srgbClr>
                    </a:gs>
                  </a:gsLst>
                  <a:lin ang="10800000" scaled="1"/>
                  <a:tileRect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4400" b="1" dirty="0">
                <a:gradFill flip="none" rotWithShape="1">
                  <a:gsLst>
                    <a:gs pos="0">
                      <a:srgbClr val="3693FF">
                        <a:shade val="30000"/>
                        <a:satMod val="115000"/>
                      </a:srgbClr>
                    </a:gs>
                    <a:gs pos="50000">
                      <a:srgbClr val="3693FF">
                        <a:shade val="67500"/>
                        <a:satMod val="115000"/>
                      </a:srgbClr>
                    </a:gs>
                    <a:gs pos="100000">
                      <a:srgbClr val="3693FF">
                        <a:shade val="100000"/>
                        <a:satMod val="115000"/>
                      </a:srgbClr>
                    </a:gs>
                  </a:gsLst>
                  <a:lin ang="10800000" scaled="1"/>
                  <a:tileRect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ru-RU" sz="4400" b="1" dirty="0" err="1">
                <a:gradFill flip="none" rotWithShape="1">
                  <a:gsLst>
                    <a:gs pos="0">
                      <a:srgbClr val="3693FF">
                        <a:shade val="30000"/>
                        <a:satMod val="115000"/>
                      </a:srgbClr>
                    </a:gs>
                    <a:gs pos="50000">
                      <a:srgbClr val="3693FF">
                        <a:shade val="67500"/>
                        <a:satMod val="115000"/>
                      </a:srgbClr>
                    </a:gs>
                    <a:gs pos="100000">
                      <a:srgbClr val="3693FF">
                        <a:shade val="100000"/>
                        <a:satMod val="115000"/>
                      </a:srgbClr>
                    </a:gs>
                  </a:gsLst>
                  <a:lin ang="10800000" scaled="1"/>
                  <a:tileRect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ork</a:t>
            </a:r>
            <a:endParaRPr lang="ru-RU" sz="4400" b="1" dirty="0">
              <a:gradFill flip="none" rotWithShape="1">
                <a:gsLst>
                  <a:gs pos="0">
                    <a:srgbClr val="3693FF">
                      <a:shade val="30000"/>
                      <a:satMod val="115000"/>
                    </a:srgbClr>
                  </a:gs>
                  <a:gs pos="50000">
                    <a:srgbClr val="3693FF">
                      <a:shade val="67500"/>
                      <a:satMod val="115000"/>
                    </a:srgbClr>
                  </a:gs>
                  <a:gs pos="100000">
                    <a:srgbClr val="3693FF">
                      <a:shade val="100000"/>
                      <a:satMod val="115000"/>
                    </a:srgbClr>
                  </a:gs>
                </a:gsLst>
                <a:lin ang="10800000" scaled="1"/>
                <a:tileRect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DF6AF3-6926-F8F4-B45C-E3616B0FA1C8}"/>
              </a:ext>
            </a:extLst>
          </p:cNvPr>
          <p:cNvSpPr txBox="1"/>
          <p:nvPr/>
        </p:nvSpPr>
        <p:spPr>
          <a:xfrm>
            <a:off x="710661" y="3325276"/>
            <a:ext cx="43059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/>
              <a:t>O'zbekistondagi</a:t>
            </a:r>
            <a:r>
              <a:rPr lang="en-US" sz="2400" dirty="0"/>
              <a:t> №1 </a:t>
            </a:r>
            <a:r>
              <a:rPr lang="en-US" sz="2400" dirty="0" err="1"/>
              <a:t>xavfsiz</a:t>
            </a:r>
            <a:r>
              <a:rPr lang="en-US" sz="2400" dirty="0"/>
              <a:t> </a:t>
            </a:r>
            <a:r>
              <a:rPr lang="en-US" sz="2400" dirty="0" err="1"/>
              <a:t>frilans</a:t>
            </a:r>
            <a:r>
              <a:rPr lang="en-US" sz="2400" dirty="0"/>
              <a:t> </a:t>
            </a:r>
            <a:r>
              <a:rPr lang="en-US" sz="2400" dirty="0" err="1"/>
              <a:t>platformasi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36289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A84BD-B3A6-4EF1-91CC-24191540A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1D9EE0-28D8-3402-28C7-87F721CBBFD3}"/>
              </a:ext>
            </a:extLst>
          </p:cNvPr>
          <p:cNvSpPr txBox="1"/>
          <p:nvPr/>
        </p:nvSpPr>
        <p:spPr>
          <a:xfrm>
            <a:off x="747251" y="434766"/>
            <a:ext cx="88686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Frilans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bozoridagi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tartibsizlik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 descr="A cell phone with a message&#10;&#10;AI-generated content may be incorrect.">
            <a:extLst>
              <a:ext uri="{FF2B5EF4-FFF2-40B4-BE49-F238E27FC236}">
                <a16:creationId xmlns:a16="http://schemas.microsoft.com/office/drawing/2014/main" id="{F6C000D8-1E57-23C4-3D5B-A9AF7857C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36" t="15730" r="33076"/>
          <a:stretch>
            <a:fillRect/>
          </a:stretch>
        </p:blipFill>
        <p:spPr>
          <a:xfrm>
            <a:off x="4369821" y="1547445"/>
            <a:ext cx="3255666" cy="4507429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FB39152-438D-531F-9830-47736DFB2698}"/>
              </a:ext>
            </a:extLst>
          </p:cNvPr>
          <p:cNvSpPr/>
          <p:nvPr/>
        </p:nvSpPr>
        <p:spPr>
          <a:xfrm>
            <a:off x="7992391" y="4699063"/>
            <a:ext cx="3401962" cy="1091918"/>
          </a:xfrm>
          <a:prstGeom prst="roundRect">
            <a:avLst/>
          </a:prstGeom>
          <a:solidFill>
            <a:srgbClr val="C9E1FF"/>
          </a:solidFill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BBDA0AD-A169-833E-3E71-75D88728DC13}"/>
              </a:ext>
            </a:extLst>
          </p:cNvPr>
          <p:cNvSpPr/>
          <p:nvPr/>
        </p:nvSpPr>
        <p:spPr>
          <a:xfrm>
            <a:off x="8009562" y="1929222"/>
            <a:ext cx="3401962" cy="1091918"/>
          </a:xfrm>
          <a:prstGeom prst="roundRect">
            <a:avLst/>
          </a:prstGeom>
          <a:solidFill>
            <a:srgbClr val="C9E1FF"/>
          </a:solidFill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0C626F9-AF0E-B5EF-B3D9-0B7D3FF9F02A}"/>
              </a:ext>
            </a:extLst>
          </p:cNvPr>
          <p:cNvSpPr/>
          <p:nvPr/>
        </p:nvSpPr>
        <p:spPr>
          <a:xfrm>
            <a:off x="1061883" y="1921823"/>
            <a:ext cx="3161059" cy="843236"/>
          </a:xfrm>
          <a:prstGeom prst="roundRect">
            <a:avLst/>
          </a:prstGeom>
          <a:solidFill>
            <a:srgbClr val="C9E1FF"/>
          </a:solidFill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E114599-D120-0639-E1C8-2984CD40B2C3}"/>
              </a:ext>
            </a:extLst>
          </p:cNvPr>
          <p:cNvGrpSpPr/>
          <p:nvPr/>
        </p:nvGrpSpPr>
        <p:grpSpPr>
          <a:xfrm>
            <a:off x="1351342" y="2012916"/>
            <a:ext cx="2432969" cy="646331"/>
            <a:chOff x="1144864" y="2684216"/>
            <a:chExt cx="2432969" cy="646331"/>
          </a:xfrm>
        </p:grpSpPr>
        <p:pic>
          <p:nvPicPr>
            <p:cNvPr id="23" name="Picture 22" descr="A shield with a red x in it&#10;&#10;AI-generated content may be incorrect.">
              <a:extLst>
                <a:ext uri="{FF2B5EF4-FFF2-40B4-BE49-F238E27FC236}">
                  <a16:creationId xmlns:a16="http://schemas.microsoft.com/office/drawing/2014/main" id="{711D7CB6-C04B-6880-008A-0A2A9E97E8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4864" y="2765059"/>
              <a:ext cx="512161" cy="512161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1E8E777-8D9E-82F7-645F-086533828E8F}"/>
                </a:ext>
              </a:extLst>
            </p:cNvPr>
            <p:cNvSpPr txBox="1"/>
            <p:nvPr/>
          </p:nvSpPr>
          <p:spPr>
            <a:xfrm>
              <a:off x="1730149" y="2684216"/>
              <a:ext cx="184768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/>
                <a:t>Ishonchsizlik</a:t>
              </a:r>
              <a:r>
                <a:rPr lang="en-US" dirty="0"/>
                <a:t> </a:t>
              </a:r>
              <a:r>
                <a:rPr lang="en-US" dirty="0" err="1"/>
                <a:t>va</a:t>
              </a:r>
              <a:r>
                <a:rPr lang="en-US" dirty="0"/>
                <a:t> </a:t>
              </a:r>
              <a:r>
                <a:rPr lang="en-US" dirty="0" err="1"/>
                <a:t>Firibgarlik</a:t>
              </a:r>
              <a:r>
                <a:rPr lang="en-US" dirty="0"/>
                <a:t>" </a:t>
              </a:r>
              <a:endParaRPr lang="ru-RU" dirty="0"/>
            </a:p>
          </p:txBody>
        </p:sp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D88DCB8-685A-AF8D-C65D-F3996D2D06B8}"/>
              </a:ext>
            </a:extLst>
          </p:cNvPr>
          <p:cNvSpPr/>
          <p:nvPr/>
        </p:nvSpPr>
        <p:spPr>
          <a:xfrm>
            <a:off x="1406291" y="4872794"/>
            <a:ext cx="3161059" cy="843236"/>
          </a:xfrm>
          <a:prstGeom prst="roundRect">
            <a:avLst/>
          </a:prstGeom>
          <a:solidFill>
            <a:srgbClr val="C9E1FF"/>
          </a:solidFill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7" name="Picture 26" descr="A green circle with a dollar sign&#10;&#10;AI-generated content may be incorrect.">
            <a:extLst>
              <a:ext uri="{FF2B5EF4-FFF2-40B4-BE49-F238E27FC236}">
                <a16:creationId xmlns:a16="http://schemas.microsoft.com/office/drawing/2014/main" id="{592500A8-7BC3-15B2-0DBF-221AF95F3D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546" y="5038331"/>
            <a:ext cx="512161" cy="51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772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813F5-B06A-D2D4-1433-ECAC96B57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6192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34364-6930-903A-EDCB-8D699EF51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8980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39175-B1F5-B636-6FF8-AAEC2C20C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2766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8075E-559E-39F6-B2DE-FCE28BBEE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6654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8A1C2-08C2-A6EB-8480-CC23AF848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6995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Grunge 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82B474B-2944-4C30-9150-023661F8A021}">
  <we:reference id="wa104381063" version="1.0.0.1" store="en-US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7794</TotalTime>
  <Words>17</Words>
  <Application>Microsoft Office PowerPoint</Application>
  <PresentationFormat>Widescreen</PresentationFormat>
  <Paragraphs>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Neue Haas Grotesk Text Pro</vt:lpstr>
      <vt:lpstr>Times New Roman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Nigmatullayev Ahmad</dc:creator>
  <cp:lastModifiedBy>Ismoil Nigmatullayev</cp:lastModifiedBy>
  <cp:revision>2</cp:revision>
  <dcterms:created xsi:type="dcterms:W3CDTF">2026-04-23T18:15:00Z</dcterms:created>
  <dcterms:modified xsi:type="dcterms:W3CDTF">2026-04-29T04:20:29Z</dcterms:modified>
</cp:coreProperties>
</file>